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000" y="1750000"/>
            <a:ext cx="7944000" cy="1100000"/>
          </a:xfrm>
        </p:spPr>
        <p:txBody>
          <a:bodyPr anchor="ctr">
            <a:normAutofit/>
          </a:bodyPr>
          <a:lstStyle>
            <a:lvl1pPr algn="ctr">
              <a:defRPr sz="3200" b="1">
                <a:solidFill>
                  <a:srgbClr val="253481"/>
                </a:solidFill>
                <a:latin typeface="Arial"/>
              </a:defRPr>
            </a:lvl1pPr>
            <a:lvl2pPr algn="ctr">
              <a:defRPr sz="3200" b="1">
                <a:solidFill>
                  <a:srgbClr val="253481"/>
                </a:solidFill>
                <a:latin typeface="Arial"/>
              </a:defRPr>
            </a:lvl2pPr>
            <a:lvl3pPr algn="ctr">
              <a:defRPr sz="3200" b="1">
                <a:solidFill>
                  <a:srgbClr val="253481"/>
                </a:solidFill>
                <a:latin typeface="Arial"/>
              </a:defRPr>
            </a:lvl3pPr>
            <a:lvl4pPr algn="ctr">
              <a:defRPr sz="3200" b="1">
                <a:solidFill>
                  <a:srgbClr val="253481"/>
                </a:solidFill>
                <a:latin typeface="Arial"/>
              </a:defRPr>
            </a:lvl4pPr>
            <a:lvl5pPr algn="ctr">
              <a:defRPr sz="3200" b="1">
                <a:solidFill>
                  <a:srgbClr val="253481"/>
                </a:solidFill>
                <a:latin typeface="Arial"/>
              </a:defRPr>
            </a:lvl5pPr>
            <a:lvl6pPr algn="ctr">
              <a:defRPr sz="3200" b="1">
                <a:solidFill>
                  <a:srgbClr val="253481"/>
                </a:solidFill>
                <a:latin typeface="Arial"/>
              </a:defRPr>
            </a:lvl6pPr>
            <a:lvl7pPr algn="ctr">
              <a:defRPr sz="3200" b="1">
                <a:solidFill>
                  <a:srgbClr val="253481"/>
                </a:solidFill>
                <a:latin typeface="Arial"/>
              </a:defRPr>
            </a:lvl7pPr>
            <a:lvl8pPr algn="ctr">
              <a:defRPr sz="3200" b="1">
                <a:solidFill>
                  <a:srgbClr val="253481"/>
                </a:solidFill>
                <a:latin typeface="Arial"/>
              </a:defRPr>
            </a:lvl8pPr>
            <a:lvl9pPr algn="ctr">
              <a:defRPr sz="32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000" y="2920000"/>
            <a:ext cx="7944000" cy="120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1pPr>
            <a:lvl2pPr marL="3429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2pPr>
            <a:lvl3pPr marL="6858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3pPr>
            <a:lvl4pPr marL="10287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4pPr>
            <a:lvl5pPr marL="13716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5pPr>
            <a:lvl6pPr marL="17145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6pPr>
            <a:lvl7pPr marL="20574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7pPr>
            <a:lvl8pPr marL="24003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8pPr>
            <a:lvl9pPr marL="2743200" indent="0" algn="ctr">
              <a:buNone/>
              <a:defRPr sz="1800">
                <a:solidFill>
                  <a:srgbClr val="172033"/>
                </a:solidFill>
                <a:latin typeface="Arial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ns2:creationId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000" y="1370000"/>
            <a:ext cx="8444000" cy="32300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ns2:creationId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 cap="all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370000"/>
            <a:ext cx="7772400" cy="32300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rgbClr val="172033"/>
                </a:solidFill>
                <a:latin typeface="Arial"/>
              </a:defRPr>
            </a:lvl1pPr>
            <a:lvl2pPr marL="342900" indent="0" algn="l">
              <a:buNone/>
              <a:defRPr sz="1900">
                <a:solidFill>
                  <a:srgbClr val="172033"/>
                </a:solidFill>
                <a:latin typeface="Arial"/>
              </a:defRPr>
            </a:lvl2pPr>
            <a:lvl3pPr marL="685800" indent="0" algn="l">
              <a:buNone/>
              <a:defRPr sz="1800">
                <a:solidFill>
                  <a:srgbClr val="172033"/>
                </a:solidFill>
                <a:latin typeface="Arial"/>
              </a:defRPr>
            </a:lvl3pPr>
            <a:lvl4pPr marL="1028700" indent="0" algn="l">
              <a:buNone/>
              <a:defRPr sz="1700">
                <a:solidFill>
                  <a:srgbClr val="172033"/>
                </a:solidFill>
                <a:latin typeface="Arial"/>
              </a:defRPr>
            </a:lvl4pPr>
            <a:lvl5pPr marL="1371600" indent="0" algn="l">
              <a:buNone/>
              <a:defRPr sz="1600">
                <a:solidFill>
                  <a:srgbClr val="172033"/>
                </a:solidFill>
                <a:latin typeface="Arial"/>
              </a:defRPr>
            </a:lvl5pPr>
            <a:lvl6pPr marL="1714500" indent="0" algn="l">
              <a:buNone/>
              <a:defRPr sz="1500">
                <a:solidFill>
                  <a:srgbClr val="172033"/>
                </a:solidFill>
                <a:latin typeface="Arial"/>
              </a:defRPr>
            </a:lvl6pPr>
            <a:lvl7pPr marL="20574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7pPr>
            <a:lvl8pPr marL="24003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8pPr>
            <a:lvl9pPr marL="27432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ns2:creationId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0000"/>
            <a:ext cx="4038600" cy="32300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00"/>
            <a:ext cx="4038600" cy="32300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ns2:creationId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0000"/>
            <a:ext cx="4040188" cy="32300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solidFill>
                  <a:srgbClr val="172033"/>
                </a:solidFill>
                <a:latin typeface="Arial"/>
              </a:defRPr>
            </a:lvl1pPr>
            <a:lvl2pPr marL="342900" indent="0" algn="l">
              <a:buNone/>
              <a:defRPr sz="1900" b="1">
                <a:solidFill>
                  <a:srgbClr val="172033"/>
                </a:solidFill>
                <a:latin typeface="Arial"/>
              </a:defRPr>
            </a:lvl2pPr>
            <a:lvl3pPr marL="685800" indent="0" algn="l">
              <a:buNone/>
              <a:defRPr sz="1800" b="1">
                <a:solidFill>
                  <a:srgbClr val="172033"/>
                </a:solidFill>
                <a:latin typeface="Arial"/>
              </a:defRPr>
            </a:lvl3pPr>
            <a:lvl4pPr marL="1028700" indent="0" algn="l">
              <a:buNone/>
              <a:defRPr sz="1700" b="1">
                <a:solidFill>
                  <a:srgbClr val="172033"/>
                </a:solidFill>
                <a:latin typeface="Arial"/>
              </a:defRPr>
            </a:lvl4pPr>
            <a:lvl5pPr marL="1371600" indent="0" algn="l">
              <a:buNone/>
              <a:defRPr sz="1600" b="1">
                <a:solidFill>
                  <a:srgbClr val="172033"/>
                </a:solidFill>
                <a:latin typeface="Arial"/>
              </a:defRPr>
            </a:lvl5pPr>
            <a:lvl6pPr marL="1714500" indent="0" algn="l">
              <a:buNone/>
              <a:defRPr sz="1500" b="1">
                <a:solidFill>
                  <a:srgbClr val="172033"/>
                </a:solidFill>
                <a:latin typeface="Arial"/>
              </a:defRPr>
            </a:lvl6pPr>
            <a:lvl7pPr marL="2057400" indent="0" algn="l">
              <a:buNone/>
              <a:defRPr sz="1400" b="1">
                <a:solidFill>
                  <a:srgbClr val="172033"/>
                </a:solidFill>
                <a:latin typeface="Arial"/>
              </a:defRPr>
            </a:lvl7pPr>
            <a:lvl8pPr marL="2400300" indent="0" algn="l">
              <a:buNone/>
              <a:defRPr sz="1400" b="1">
                <a:solidFill>
                  <a:srgbClr val="172033"/>
                </a:solidFill>
                <a:latin typeface="Arial"/>
              </a:defRPr>
            </a:lvl8pPr>
            <a:lvl9pPr marL="2743200" indent="0" algn="l">
              <a:buNone/>
              <a:defRPr sz="1400" b="1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70000"/>
            <a:ext cx="4040188" cy="32300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70000"/>
            <a:ext cx="4041775" cy="32300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="1">
                <a:solidFill>
                  <a:srgbClr val="172033"/>
                </a:solidFill>
                <a:latin typeface="Arial"/>
              </a:defRPr>
            </a:lvl1pPr>
            <a:lvl2pPr marL="342900" indent="0" algn="l">
              <a:buNone/>
              <a:defRPr sz="1900" b="1">
                <a:solidFill>
                  <a:srgbClr val="172033"/>
                </a:solidFill>
                <a:latin typeface="Arial"/>
              </a:defRPr>
            </a:lvl2pPr>
            <a:lvl3pPr marL="685800" indent="0" algn="l">
              <a:buNone/>
              <a:defRPr sz="1800" b="1">
                <a:solidFill>
                  <a:srgbClr val="172033"/>
                </a:solidFill>
                <a:latin typeface="Arial"/>
              </a:defRPr>
            </a:lvl3pPr>
            <a:lvl4pPr marL="1028700" indent="0" algn="l">
              <a:buNone/>
              <a:defRPr sz="1700" b="1">
                <a:solidFill>
                  <a:srgbClr val="172033"/>
                </a:solidFill>
                <a:latin typeface="Arial"/>
              </a:defRPr>
            </a:lvl4pPr>
            <a:lvl5pPr marL="1371600" indent="0" algn="l">
              <a:buNone/>
              <a:defRPr sz="1600" b="1">
                <a:solidFill>
                  <a:srgbClr val="172033"/>
                </a:solidFill>
                <a:latin typeface="Arial"/>
              </a:defRPr>
            </a:lvl5pPr>
            <a:lvl6pPr marL="1714500" indent="0" algn="l">
              <a:buNone/>
              <a:defRPr sz="1500" b="1">
                <a:solidFill>
                  <a:srgbClr val="172033"/>
                </a:solidFill>
                <a:latin typeface="Arial"/>
              </a:defRPr>
            </a:lvl6pPr>
            <a:lvl7pPr marL="2057400" indent="0" algn="l">
              <a:buNone/>
              <a:defRPr sz="1400" b="1">
                <a:solidFill>
                  <a:srgbClr val="172033"/>
                </a:solidFill>
                <a:latin typeface="Arial"/>
              </a:defRPr>
            </a:lvl7pPr>
            <a:lvl8pPr marL="2400300" indent="0" algn="l">
              <a:buNone/>
              <a:defRPr sz="1400" b="1">
                <a:solidFill>
                  <a:srgbClr val="172033"/>
                </a:solidFill>
                <a:latin typeface="Arial"/>
              </a:defRPr>
            </a:lvl8pPr>
            <a:lvl9pPr marL="2743200" indent="0" algn="l">
              <a:buNone/>
              <a:defRPr sz="1400" b="1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370000"/>
            <a:ext cx="4041775" cy="32300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ns2:creationId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ns2:creationId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70000"/>
            <a:ext cx="5111750" cy="3230000"/>
          </a:xfrm>
        </p:spPr>
        <p:txBody>
          <a:bodyPr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70000"/>
            <a:ext cx="3008313" cy="323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172033"/>
                </a:solidFill>
                <a:latin typeface="Arial"/>
              </a:defRPr>
            </a:lvl1pPr>
            <a:lvl2pPr marL="342900" indent="0" algn="l">
              <a:buNone/>
              <a:defRPr sz="1900">
                <a:solidFill>
                  <a:srgbClr val="172033"/>
                </a:solidFill>
                <a:latin typeface="Arial"/>
              </a:defRPr>
            </a:lvl2pPr>
            <a:lvl3pPr marL="685800" indent="0" algn="l">
              <a:buNone/>
              <a:defRPr sz="1800">
                <a:solidFill>
                  <a:srgbClr val="172033"/>
                </a:solidFill>
                <a:latin typeface="Arial"/>
              </a:defRPr>
            </a:lvl3pPr>
            <a:lvl4pPr marL="1028700" indent="0" algn="l">
              <a:buNone/>
              <a:defRPr sz="1700">
                <a:solidFill>
                  <a:srgbClr val="172033"/>
                </a:solidFill>
                <a:latin typeface="Arial"/>
              </a:defRPr>
            </a:lvl4pPr>
            <a:lvl5pPr marL="1371600" indent="0" algn="l">
              <a:buNone/>
              <a:defRPr sz="1600">
                <a:solidFill>
                  <a:srgbClr val="172033"/>
                </a:solidFill>
                <a:latin typeface="Arial"/>
              </a:defRPr>
            </a:lvl5pPr>
            <a:lvl6pPr marL="1714500" indent="0" algn="l">
              <a:buNone/>
              <a:defRPr sz="1500">
                <a:solidFill>
                  <a:srgbClr val="172033"/>
                </a:solidFill>
                <a:latin typeface="Arial"/>
              </a:defRPr>
            </a:lvl6pPr>
            <a:lvl7pPr marL="20574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7pPr>
            <a:lvl8pPr marL="24003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8pPr>
            <a:lvl9pPr marL="27432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ns2:creationId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0000"/>
            <a:ext cx="5486400" cy="323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172033"/>
                </a:solidFill>
                <a:latin typeface="Arial"/>
              </a:defRPr>
            </a:lvl1pPr>
            <a:lvl2pPr marL="342900" indent="0" algn="l">
              <a:buNone/>
              <a:defRPr sz="1900">
                <a:solidFill>
                  <a:srgbClr val="172033"/>
                </a:solidFill>
                <a:latin typeface="Arial"/>
              </a:defRPr>
            </a:lvl2pPr>
            <a:lvl3pPr marL="685800" indent="0" algn="l">
              <a:buNone/>
              <a:defRPr sz="1800">
                <a:solidFill>
                  <a:srgbClr val="172033"/>
                </a:solidFill>
                <a:latin typeface="Arial"/>
              </a:defRPr>
            </a:lvl3pPr>
            <a:lvl4pPr marL="1028700" indent="0" algn="l">
              <a:buNone/>
              <a:defRPr sz="1700">
                <a:solidFill>
                  <a:srgbClr val="172033"/>
                </a:solidFill>
                <a:latin typeface="Arial"/>
              </a:defRPr>
            </a:lvl4pPr>
            <a:lvl5pPr marL="1371600" indent="0" algn="l">
              <a:buNone/>
              <a:defRPr sz="1600">
                <a:solidFill>
                  <a:srgbClr val="172033"/>
                </a:solidFill>
                <a:latin typeface="Arial"/>
              </a:defRPr>
            </a:lvl5pPr>
            <a:lvl6pPr marL="1714500" indent="0" algn="l">
              <a:buNone/>
              <a:defRPr sz="1500">
                <a:solidFill>
                  <a:srgbClr val="172033"/>
                </a:solidFill>
                <a:latin typeface="Arial"/>
              </a:defRPr>
            </a:lvl6pPr>
            <a:lvl7pPr marL="20574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7pPr>
            <a:lvl8pPr marL="24003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8pPr>
            <a:lvl9pPr marL="27432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370000"/>
            <a:ext cx="5486400" cy="3230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172033"/>
                </a:solidFill>
                <a:latin typeface="Arial"/>
              </a:defRPr>
            </a:lvl1pPr>
            <a:lvl2pPr marL="342900" indent="0" algn="l">
              <a:buNone/>
              <a:defRPr sz="1900">
                <a:solidFill>
                  <a:srgbClr val="172033"/>
                </a:solidFill>
                <a:latin typeface="Arial"/>
              </a:defRPr>
            </a:lvl2pPr>
            <a:lvl3pPr marL="685800" indent="0" algn="l">
              <a:buNone/>
              <a:defRPr sz="1800">
                <a:solidFill>
                  <a:srgbClr val="172033"/>
                </a:solidFill>
                <a:latin typeface="Arial"/>
              </a:defRPr>
            </a:lvl3pPr>
            <a:lvl4pPr marL="1028700" indent="0" algn="l">
              <a:buNone/>
              <a:defRPr sz="1700">
                <a:solidFill>
                  <a:srgbClr val="172033"/>
                </a:solidFill>
                <a:latin typeface="Arial"/>
              </a:defRPr>
            </a:lvl4pPr>
            <a:lvl5pPr marL="1371600" indent="0" algn="l">
              <a:buNone/>
              <a:defRPr sz="1600">
                <a:solidFill>
                  <a:srgbClr val="172033"/>
                </a:solidFill>
                <a:latin typeface="Arial"/>
              </a:defRPr>
            </a:lvl5pPr>
            <a:lvl6pPr marL="1714500" indent="0" algn="l">
              <a:buNone/>
              <a:defRPr sz="1500">
                <a:solidFill>
                  <a:srgbClr val="172033"/>
                </a:solidFill>
                <a:latin typeface="Arial"/>
              </a:defRPr>
            </a:lvl6pPr>
            <a:lvl7pPr marL="20574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7pPr>
            <a:lvl8pPr marL="24003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8pPr>
            <a:lvl9pPr marL="2743200" indent="0" algn="l">
              <a:buNone/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ns2:creationId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</p:spPr>
        <p:txBody>
          <a:bodyPr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0000" y="1370000"/>
            <a:ext cx="8444000" cy="3230000"/>
          </a:xfrm>
        </p:spPr>
        <p:txBody>
          <a:bodyPr vert="eaVert"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ns2:creationId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0000" y="620000"/>
            <a:ext cx="8444000" cy="630000"/>
          </a:xfrm>
        </p:spPr>
        <p:txBody>
          <a:bodyPr vert="eaVert"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370000"/>
            <a:ext cx="6019800" cy="3230000"/>
          </a:xfrm>
        </p:spPr>
        <p:txBody>
          <a:bodyPr vert="eaVert"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ns2:creationId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000" y="620000"/>
            <a:ext cx="8444000" cy="63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600" b="1">
                <a:solidFill>
                  <a:srgbClr val="253481"/>
                </a:solidFill>
                <a:latin typeface="Arial"/>
              </a:defRPr>
            </a:lvl1pPr>
            <a:lvl2pPr algn="ctr">
              <a:defRPr sz="2600" b="1">
                <a:solidFill>
                  <a:srgbClr val="253481"/>
                </a:solidFill>
                <a:latin typeface="Arial"/>
              </a:defRPr>
            </a:lvl2pPr>
            <a:lvl3pPr algn="ctr">
              <a:defRPr sz="2600" b="1">
                <a:solidFill>
                  <a:srgbClr val="253481"/>
                </a:solidFill>
                <a:latin typeface="Arial"/>
              </a:defRPr>
            </a:lvl3pPr>
            <a:lvl4pPr algn="ctr">
              <a:defRPr sz="2600" b="1">
                <a:solidFill>
                  <a:srgbClr val="253481"/>
                </a:solidFill>
                <a:latin typeface="Arial"/>
              </a:defRPr>
            </a:lvl4pPr>
            <a:lvl5pPr algn="ctr">
              <a:defRPr sz="2600" b="1">
                <a:solidFill>
                  <a:srgbClr val="253481"/>
                </a:solidFill>
                <a:latin typeface="Arial"/>
              </a:defRPr>
            </a:lvl5pPr>
            <a:lvl6pPr algn="ctr">
              <a:defRPr sz="2600" b="1">
                <a:solidFill>
                  <a:srgbClr val="253481"/>
                </a:solidFill>
                <a:latin typeface="Arial"/>
              </a:defRPr>
            </a:lvl6pPr>
            <a:lvl7pPr algn="ctr">
              <a:defRPr sz="2600" b="1">
                <a:solidFill>
                  <a:srgbClr val="253481"/>
                </a:solidFill>
                <a:latin typeface="Arial"/>
              </a:defRPr>
            </a:lvl7pPr>
            <a:lvl8pPr algn="ctr">
              <a:defRPr sz="2600" b="1">
                <a:solidFill>
                  <a:srgbClr val="253481"/>
                </a:solidFill>
                <a:latin typeface="Arial"/>
              </a:defRPr>
            </a:lvl8pPr>
            <a:lvl9pPr algn="ctr">
              <a:defRPr sz="2600" b="1">
                <a:solidFill>
                  <a:srgbClr val="253481"/>
                </a:solidFill>
                <a:latin typeface="Arial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0000"/>
            <a:ext cx="8229600" cy="323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>
              <a:defRPr sz="2000">
                <a:solidFill>
                  <a:srgbClr val="172033"/>
                </a:solidFill>
                <a:latin typeface="Arial"/>
              </a:defRPr>
            </a:lvl1pPr>
            <a:lvl2pPr algn="l">
              <a:defRPr sz="1900">
                <a:solidFill>
                  <a:srgbClr val="172033"/>
                </a:solidFill>
                <a:latin typeface="Arial"/>
              </a:defRPr>
            </a:lvl2pPr>
            <a:lvl3pPr algn="l">
              <a:defRPr sz="1800">
                <a:solidFill>
                  <a:srgbClr val="172033"/>
                </a:solidFill>
                <a:latin typeface="Arial"/>
              </a:defRPr>
            </a:lvl3pPr>
            <a:lvl4pPr algn="l">
              <a:defRPr sz="1700">
                <a:solidFill>
                  <a:srgbClr val="172033"/>
                </a:solidFill>
                <a:latin typeface="Arial"/>
              </a:defRPr>
            </a:lvl4pPr>
            <a:lvl5pPr algn="l">
              <a:defRPr sz="1600">
                <a:solidFill>
                  <a:srgbClr val="172033"/>
                </a:solidFill>
                <a:latin typeface="Arial"/>
              </a:defRPr>
            </a:lvl5pPr>
            <a:lvl6pPr algn="l">
              <a:defRPr sz="1500">
                <a:solidFill>
                  <a:srgbClr val="172033"/>
                </a:solidFill>
                <a:latin typeface="Arial"/>
              </a:defRPr>
            </a:lvl6pPr>
            <a:lvl7pPr algn="l">
              <a:defRPr sz="1400">
                <a:solidFill>
                  <a:srgbClr val="172033"/>
                </a:solidFill>
                <a:latin typeface="Arial"/>
              </a:defRPr>
            </a:lvl7pPr>
            <a:lvl8pPr algn="l">
              <a:defRPr sz="1400">
                <a:solidFill>
                  <a:srgbClr val="172033"/>
                </a:solidFill>
                <a:latin typeface="Arial"/>
              </a:defRPr>
            </a:lvl8pPr>
            <a:lvl9pPr algn="l">
              <a:defRPr sz="1400">
                <a:solidFill>
                  <a:srgbClr val="172033"/>
                </a:solidFill>
                <a:latin typeface="Arial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ns2:creationId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600" kern="1200">
          <a:solidFill>
            <a:srgbClr val="25348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72033"/>
          </a:solidFill>
          <a:latin typeface="Arial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172033"/>
          </a:solidFill>
          <a:latin typeface="Arial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72033"/>
          </a:solidFill>
          <a:latin typeface="Arial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172033"/>
          </a:solidFill>
          <a:latin typeface="Arial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172033"/>
          </a:solidFill>
          <a:latin typeface="Arial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72033"/>
          </a:solidFill>
          <a:latin typeface="Arial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72033"/>
          </a:solidFill>
          <a:latin typeface="Arial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72033"/>
          </a:solidFill>
          <a:latin typeface="Arial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172033"/>
          </a:solidFill>
          <a:latin typeface="Arial"/>
          <a:ea typeface="+mn-ea"/>
          <a:cs typeface="+mn-cs"/>
        </a:defRPr>
      </a:lvl9pPr>
    </p:bodyStyle>
    <p:otherStyle>
      <a:defPPr>
        <a:defRPr lang="en-US" sz="2000">
          <a:solidFill>
            <a:srgbClr val="172033"/>
          </a:solidFill>
        </a:defRPr>
      </a:defPPr>
      <a:lvl1pPr marL="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1pPr>
      <a:lvl2pPr marL="3429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2pPr>
      <a:lvl3pPr marL="6858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3pPr>
      <a:lvl4pPr marL="10287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4pPr>
      <a:lvl5pPr marL="13716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5pPr>
      <a:lvl6pPr marL="17145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6pPr>
      <a:lvl7pPr marL="20574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7pPr>
      <a:lvl8pPr marL="24003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8pPr>
      <a:lvl9pPr marL="2743200" algn="l" defTabSz="342900" rtl="0" eaLnBrk="1" latinLnBrk="0" hangingPunct="1">
        <a:defRPr sz="2000" kern="1200">
          <a:solidFill>
            <a:srgbClr val="172033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